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3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29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4953000" cy="5105400"/>
          </a:xfrm>
          <a:prstGeom prst="rect">
            <a:avLst/>
          </a:prstGeom>
          <a:solidFill>
            <a:srgbClr val="F7F8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8716" r="8716"/>
          <a:stretch>
            <a:fillRect/>
          </a:stretch>
        </p:blipFill>
        <p:spPr>
          <a:xfrm>
            <a:off x="4953000" y="0"/>
            <a:ext cx="4191000" cy="622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571500"/>
            <a:ext cx="4095750" cy="3333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Impressions on Electronic Information Engineering Technology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4000500"/>
            <a:ext cx="40957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Reflections and Insights in the Field of Electronic Information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1500" y="5495925"/>
            <a:ext cx="4095750" cy="1619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900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通义智能PPT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484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571500" y="571500"/>
            <a:ext cx="2509838" cy="12001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Key technologies and applications within the field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828800"/>
            <a:ext cx="2509838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 technologies and applications within the field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62338" y="0"/>
            <a:ext cx="3190875" cy="6448425"/>
          </a:xfrm>
          <a:prstGeom prst="rect">
            <a:avLst/>
          </a:prstGeom>
          <a:solidFill>
            <a:srgbClr val="F7F8F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800600"/>
            <a:ext cx="5715000" cy="16478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95713" y="571500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Signal 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795713" y="890587"/>
            <a:ext cx="25241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Enhances data integrity and efficiency, critical for communications and multimedia.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95713" y="1652588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Network Engineering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795713" y="1971675"/>
            <a:ext cx="25241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Designs robust networks, enabling seamless global connectivity and data exchange.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95713" y="2733675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Embedded Systems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95713" y="3052763"/>
            <a:ext cx="25241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Integrates hardware and software, driving automation in industries and homes.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95713" y="3814763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Telecommunications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795713" y="4133850"/>
            <a:ext cx="25241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Facilitates long-distance communication, pivotal for societal and economic development.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4087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571500" y="571500"/>
            <a:ext cx="2509838" cy="12001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Role in the development of smart technologies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828800"/>
            <a:ext cx="2509838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Role in the development of smart technologies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7380" r="7380"/>
          <a:stretch>
            <a:fillRect/>
          </a:stretch>
        </p:blipFill>
        <p:spPr>
          <a:xfrm>
            <a:off x="3714750" y="0"/>
            <a:ext cx="5429250" cy="6034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76875" y="1628775"/>
            <a:ext cx="3667125" cy="44053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571500" y="2647950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Smart City Foundations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500" y="2967038"/>
            <a:ext cx="2524125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Electronic information engineering underpins smart city infrastructure, integrating data for optimized urban planning and resource management.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48375" y="2028825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IoT Expansion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48375" y="2347913"/>
            <a:ext cx="2524125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Enables the Internet of Things (IoT) by facilitating seamless device connectivity and data exchange, enhancing efficiency and convenience.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48375" y="3300413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Healthcare Revolution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48375" y="3619500"/>
            <a:ext cx="2524125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Transforms healthcare through telemedicine and wearable tech, improving patient outcomes and access to medical services remotely.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48375" y="4572000"/>
            <a:ext cx="2524125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350" b="1" dirty="0">
                <a:solidFill>
                  <a:srgbClr val="0029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Educational Advancements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048375" y="4891088"/>
            <a:ext cx="2524125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6A7D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Supports e-learning platforms and virtual classrooms, making education more accessible and interactive for learners worldwide.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WPS 演示</Application>
  <PresentationFormat>On-screen Show (16:9)</PresentationFormat>
  <Paragraphs>46</Paragraphs>
  <Slides>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对不起初见</cp:lastModifiedBy>
  <cp:revision>3</cp:revision>
  <dcterms:created xsi:type="dcterms:W3CDTF">2024-10-26T05:40:00Z</dcterms:created>
  <dcterms:modified xsi:type="dcterms:W3CDTF">2024-10-26T05:59:41Z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